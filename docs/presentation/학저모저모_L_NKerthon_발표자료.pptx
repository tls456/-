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24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496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999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8D999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01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530352"/>
            <a:ext cx="10972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D999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2026 제1회 컴퓨터공학과 해커톤 · L/NKerthon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706143" cy="7954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695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lang="en-US">
                <a:latin typeface="맑은 고딕"/>
                <a:ea typeface="맑은 고딕"/>
              </a:rPr>
              <a:t> 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C8D999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학점에 관련된 이모저모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6766560" cy="1051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성적표 한 장에서,</a:t>
            </a:r>
          </a:p>
          <a:p>
            <a:pPr algn="l"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졸업까지의 다음 행동으로.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10912"/>
            <a:ext cx="3917739" cy="2495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팀</a:t>
            </a:r>
            <a:r>
              <a:rPr lang="ko-KR" altLang="en-US" dirty="0">
                <a:latin typeface="맑은 고딕"/>
                <a:ea typeface="맑은 고딕"/>
              </a:rPr>
              <a:t>명</a:t>
            </a:r>
            <a:r>
              <a:rPr lang="en-US" altLang="ko-KR" dirty="0">
                <a:latin typeface="맑은 고딕"/>
                <a:ea typeface="맑은 고딕"/>
              </a:rPr>
              <a:t>:</a:t>
            </a:r>
            <a:r>
              <a:rPr dirty="0">
                <a:latin typeface="맑은 고딕"/>
                <a:ea typeface="맑은 고딕"/>
              </a:rPr>
              <a:t>  </a:t>
            </a:r>
            <a:r>
              <a:rPr dirty="0" err="1">
                <a:latin typeface="맑은 고딕"/>
                <a:ea typeface="맑은 고딕"/>
              </a:rPr>
              <a:t>안준혁그는감히전설이라할수있다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51560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D999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팀장·발표</a:t>
            </a:r>
            <a:r>
              <a:rPr dirty="0">
                <a:latin typeface="맑은 고딕"/>
                <a:ea typeface="맑은 고딕"/>
              </a:rPr>
              <a:t> 안준혁   /   </a:t>
            </a:r>
            <a:r>
              <a:rPr dirty="0" err="1">
                <a:latin typeface="맑은 고딕"/>
                <a:ea typeface="맑은 고딕"/>
              </a:rPr>
              <a:t>팀원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이연</a:t>
            </a:r>
            <a:endParaRPr dirty="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01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7365799" cy="439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“</a:t>
            </a:r>
            <a:r>
              <a:rPr dirty="0" err="1">
                <a:latin typeface="맑은 고딕"/>
                <a:ea typeface="맑은 고딕"/>
              </a:rPr>
              <a:t>그래서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lang="ko-KR" altLang="en-US" dirty="0">
                <a:latin typeface="맑은 고딕"/>
                <a:ea typeface="맑은 고딕"/>
              </a:rPr>
              <a:t>이번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학기에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lang="ko-KR" altLang="en-US" dirty="0" err="1">
                <a:latin typeface="맑은 고딕"/>
                <a:ea typeface="맑은 고딕"/>
              </a:rPr>
              <a:t>몇점을</a:t>
            </a:r>
            <a:r>
              <a:rPr lang="ko-KR" altLang="en-US" dirty="0">
                <a:latin typeface="맑은 고딕"/>
                <a:ea typeface="맑은 고딕"/>
              </a:rPr>
              <a:t> 맞아야 </a:t>
            </a:r>
            <a:r>
              <a:rPr dirty="0" err="1">
                <a:latin typeface="맑은 고딕"/>
                <a:ea typeface="맑은 고딕"/>
              </a:rPr>
              <a:t>하지</a:t>
            </a:r>
            <a:r>
              <a:rPr dirty="0">
                <a:latin typeface="맑은 고딕"/>
                <a:ea typeface="맑은 고딕"/>
              </a:rPr>
              <a:t>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02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797208"/>
            <a:ext cx="3593592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2034952"/>
            <a:ext cx="438912" cy="384048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80672"/>
            <a:ext cx="438912" cy="246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29312"/>
            <a:ext cx="315468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기준은 요람에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598576"/>
            <a:ext cx="3154680" cy="9235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학번·학적에 따라 달라지는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졸업 기준과 개인별 인정 요건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97208"/>
            <a:ext cx="3593592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17136" y="2034952"/>
            <a:ext cx="438912" cy="384048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80672"/>
            <a:ext cx="438912" cy="246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629312"/>
            <a:ext cx="315468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기록은 성적표에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598576"/>
            <a:ext cx="3154680" cy="9235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많은 과목을 입력하고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교양 세부 영역까지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97208"/>
            <a:ext cx="3593592" cy="2871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66176" y="2034952"/>
            <a:ext cx="438912" cy="384048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2080672"/>
            <a:ext cx="438912" cy="246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629312"/>
            <a:ext cx="1873911" cy="34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계산</a:t>
            </a:r>
            <a:r>
              <a:rPr lang="ko-KR" altLang="en-US" dirty="0">
                <a:latin typeface="맑은 고딕"/>
                <a:ea typeface="맑은 고딕"/>
              </a:rPr>
              <a:t>은 스스로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6" y="3598576"/>
            <a:ext cx="3154680" cy="9235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학점포기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전후를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비교하고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목표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평점에서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미래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성적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역산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100272"/>
            <a:ext cx="11091672" cy="877824"/>
          </a:xfrm>
          <a:prstGeom prst="roundRect">
            <a:avLst>
              <a:gd name="adj" fmla="val 12000"/>
            </a:avLst>
          </a:prstGeom>
          <a:solidFill>
            <a:srgbClr val="17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91002"/>
            <a:ext cx="8659422" cy="2963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우리가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바꾸는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캠퍼스의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하루</a:t>
            </a:r>
            <a:r>
              <a:rPr dirty="0">
                <a:latin typeface="맑은 고딕"/>
                <a:ea typeface="맑은 고딕"/>
              </a:rPr>
              <a:t> → </a:t>
            </a:r>
            <a:r>
              <a:rPr lang="ko-KR" altLang="en-US" dirty="0">
                <a:latin typeface="맑은 고딕"/>
                <a:ea typeface="맑은 고딕"/>
              </a:rPr>
              <a:t>현재 목표가 명확한</a:t>
            </a:r>
            <a:r>
              <a:rPr lang="en-US" altLang="ko-KR" dirty="0">
                <a:latin typeface="맑은 고딕"/>
                <a:ea typeface="맑은 고딕"/>
              </a:rPr>
              <a:t>, </a:t>
            </a:r>
            <a:r>
              <a:rPr lang="ko-KR" altLang="en-US" dirty="0">
                <a:latin typeface="맑은 고딕"/>
                <a:ea typeface="맑은 고딕"/>
              </a:rPr>
              <a:t>미래가 구체화된 하루</a:t>
            </a:r>
            <a:endParaRPr dirty="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02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4770537" cy="439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입력</a:t>
            </a:r>
            <a:r>
              <a:rPr dirty="0">
                <a:latin typeface="맑은 고딕"/>
                <a:ea typeface="맑은 고딕"/>
              </a:rPr>
              <a:t> 세 번</a:t>
            </a:r>
            <a:r>
              <a:rPr lang="ko-KR" altLang="en-US" dirty="0">
                <a:latin typeface="맑은 고딕"/>
                <a:ea typeface="맑은 고딕"/>
              </a:rPr>
              <a:t>만에 나오는 결과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한 과목씩 옮겨 적는 대신 PDF에서 시작하고, 목표에서 앞으로의 계획을 역산합니다.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03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2596896" cy="960120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066543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01  학번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4688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교육과정 매칭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38528"/>
            <a:ext cx="2596896" cy="960120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066543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02  PDF 성적표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과목·영역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38528"/>
            <a:ext cx="2596896" cy="960120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2066543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03  목표 평점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4688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최종 목표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938528"/>
            <a:ext cx="2596896" cy="960120"/>
          </a:xfrm>
          <a:prstGeom prst="roundRect">
            <a:avLst>
              <a:gd name="adj" fmla="val 12000"/>
            </a:avLst>
          </a:prstGeom>
          <a:solidFill>
            <a:srgbClr val="17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2066543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04  대시보드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468880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DDEBDD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남은 학점·필요 성적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268" y="3108960"/>
            <a:ext cx="8636414" cy="2377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" y="5779008"/>
            <a:ext cx="10972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전공·교양 부족 요건  +  학기별 계획  +  학점포기 전후 비교까지 한 흐름으로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03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6828792" cy="439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 lang="ko-KR" altLang="en-US" dirty="0">
                <a:latin typeface="맑은 고딕"/>
                <a:ea typeface="맑은 고딕"/>
              </a:rPr>
              <a:t>공식 자료를 바탕으로 신뢰도 </a:t>
            </a:r>
            <a:r>
              <a:rPr lang="ko-KR" altLang="en-US">
                <a:latin typeface="맑은 고딕"/>
                <a:ea typeface="맑은 고딕"/>
              </a:rPr>
              <a:t>높은 계산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6660478" cy="1902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연도별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졸업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기준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학기별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분류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데이터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평점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역산을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하나의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계산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흐름에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연결했습니다</a:t>
            </a:r>
            <a:r>
              <a:rPr dirty="0">
                <a:latin typeface="맑은 고딕"/>
                <a:ea typeface="맑은 고딕"/>
              </a:rPr>
              <a:t>.</a:t>
            </a:r>
            <a:r>
              <a:rPr lang="en-US" dirty="0">
                <a:latin typeface="맑은 고딕"/>
                <a:ea typeface="맑은 고딕"/>
              </a:rPr>
              <a:t> 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</a:t>
            </a:r>
            <a:r>
              <a:rPr lang="en-US" altLang="ko-KR" dirty="0">
                <a:latin typeface="맑은 고딕"/>
                <a:ea typeface="맑은 고딕"/>
              </a:rPr>
              <a:t>|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04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984248"/>
            <a:ext cx="31363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651760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공식 자료 + 시간표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916936"/>
            <a:ext cx="2651760" cy="2057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2020–2026학번 기준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요람·학칙·2026 공지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endParaRPr>
              <a:latin typeface="맑은 고딕"/>
              <a:ea typeface="맑은 고딕"/>
            </a:endParaRP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27개 학기 시간표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3,044개 교양 분류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3108960"/>
            <a:ext cx="38404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84248"/>
            <a:ext cx="3593592" cy="3355848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3108960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브라우저 계산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916936"/>
            <a:ext cx="3081528" cy="2057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PDF.js → 과목 추출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학기·학수번호 → 영역 매칭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취득학점 / 평점학점 분리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졸업 대조 → 필요 평점 역산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학점포기·계획 변경 재계산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3108960"/>
            <a:ext cx="384048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224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2" y="1984248"/>
            <a:ext cx="310896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69096" y="2240280"/>
            <a:ext cx="2651760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신뢰 가능한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916936"/>
            <a:ext cx="2545569" cy="7500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근거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출처와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확인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필요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표시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원본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PDF는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서버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전송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없음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확정한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과목만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로컬</a:t>
            </a:r>
            <a:r>
              <a:rPr dirty="0">
                <a:latin typeface="맑은 고딕"/>
                <a:ea typeface="맑은 고딕"/>
              </a:rPr>
              <a:t> 저</a:t>
            </a:r>
            <a:r>
              <a:rPr lang="ko-KR" altLang="en-US" dirty="0">
                <a:latin typeface="맑은 고딕"/>
                <a:ea typeface="맑은 고딕"/>
              </a:rPr>
              <a:t>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96128"/>
            <a:ext cx="11091672" cy="502920"/>
          </a:xfrm>
          <a:prstGeom prst="roundRect">
            <a:avLst>
              <a:gd name="adj" fmla="val 12000"/>
            </a:avLst>
          </a:prstGeom>
          <a:solidFill>
            <a:srgbClr val="17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705856"/>
            <a:ext cx="106984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React · TypeScript · Vite  /  PDF.js  /  Python 시간표 등록  /  서버·DB·API 키 없이 로컬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04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가상 성적표로, 지금부터 보여드리겠습니다.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학교 발급 서류가 아닌 가상 PDF를 직접 업로드합니다. 목표 최종 평균평점은 3.50입니다.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05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9689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21992"/>
            <a:ext cx="2212848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현재 취득학점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88336"/>
            <a:ext cx="2212848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44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58 / 132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300984"/>
            <a:ext cx="2212848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993392"/>
            <a:ext cx="259689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221992"/>
            <a:ext cx="2212848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현재 평균평점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88336"/>
            <a:ext cx="2212848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44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3.18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00984"/>
            <a:ext cx="2212848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/ 4.50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1993392"/>
            <a:ext cx="2596896" cy="1636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5" y="2221992"/>
            <a:ext cx="2212848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졸업까지 남은 학점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688336"/>
            <a:ext cx="2212848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44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3300984"/>
            <a:ext cx="2212848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93392"/>
            <a:ext cx="2596896" cy="1636776"/>
          </a:xfrm>
          <a:prstGeom prst="roundRect">
            <a:avLst>
              <a:gd name="adj" fmla="val 12000"/>
            </a:avLst>
          </a:prstGeom>
          <a:solidFill>
            <a:srgbClr val="17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2" y="2221992"/>
            <a:ext cx="2212848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앞으로 필요한 평균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688336"/>
            <a:ext cx="2212848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44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3.737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300984"/>
            <a:ext cx="2212848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EBDD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/ 4.50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904487"/>
            <a:ext cx="1097280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자동 계획  2026-2 → 2028-2  ·  18 + 18 + 18 + 18 + 2 = 74학점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0625328" cy="4846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F 3학점 학점포기 선택 → 현재 평점 3.18 → 3.36  /  남은 학점은 74 그대로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0585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자동 계획은 가상 과목입니다. 실제 과목·영역·P/N은 수정하며, 필수요건 충족은 별도로 확인합니다.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9692640" y="6062472"/>
            <a:ext cx="19385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시연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백업으로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이동</a:t>
            </a:r>
            <a:r>
              <a:rPr dirty="0">
                <a:latin typeface="맑은 고딕"/>
                <a:ea typeface="맑은 고딕"/>
              </a:rPr>
              <a:t>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05  FUNCTIONS &amp;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핵심 기능을 구현한 기술과 시스템 동작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기능 · 사용 기술 · 개발 방법 · 동작 흐름을 연결한 브라우저 기반 졸업·평점 시뮬레이터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91440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학저모저모  |  2026 L/NKerthon  |  가상 성적 데이터로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06 /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5431536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743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01  핵심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9192"/>
            <a:ext cx="4974336" cy="10332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학번별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졸업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요건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매칭</a:t>
            </a:r>
            <a:r>
              <a:rPr dirty="0">
                <a:latin typeface="맑은 고딕"/>
                <a:ea typeface="맑은 고딕"/>
              </a:rPr>
              <a:t> · PDF </a:t>
            </a:r>
            <a:r>
              <a:rPr dirty="0" err="1">
                <a:latin typeface="맑은 고딕"/>
                <a:ea typeface="맑은 고딕"/>
              </a:rPr>
              <a:t>성적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일괄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입력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남은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총학점·전공·교양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부족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요건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확인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목표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평점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역산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학점포기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전후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비교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학기별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계획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자동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생성·수정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08776" y="1901952"/>
            <a:ext cx="5431536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2103120"/>
            <a:ext cx="49743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02  사용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679192"/>
            <a:ext cx="3514104" cy="9556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React · TypeScript · Vite: UI 및 </a:t>
            </a:r>
            <a:r>
              <a:rPr dirty="0" err="1">
                <a:latin typeface="맑은 고딕"/>
                <a:ea typeface="맑은 고딕"/>
              </a:rPr>
              <a:t>계산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엔진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PDF.js: </a:t>
            </a:r>
            <a:r>
              <a:rPr dirty="0" err="1">
                <a:latin typeface="맑은 고딕"/>
                <a:ea typeface="맑은 고딕"/>
              </a:rPr>
              <a:t>브라우저에서</a:t>
            </a:r>
            <a:r>
              <a:rPr dirty="0">
                <a:latin typeface="맑은 고딕"/>
                <a:ea typeface="맑은 고딕"/>
              </a:rPr>
              <a:t> PDF </a:t>
            </a:r>
            <a:r>
              <a:rPr dirty="0" err="1">
                <a:latin typeface="맑은 고딕"/>
                <a:ea typeface="맑은 고딕"/>
              </a:rPr>
              <a:t>문자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추출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Python: </a:t>
            </a:r>
            <a:r>
              <a:rPr dirty="0" err="1">
                <a:latin typeface="맑은 고딕"/>
                <a:ea typeface="맑은 고딕"/>
              </a:rPr>
              <a:t>개발자용</a:t>
            </a:r>
            <a:r>
              <a:rPr dirty="0">
                <a:latin typeface="맑은 고딕"/>
                <a:ea typeface="맑은 고딕"/>
              </a:rPr>
              <a:t> XLSX </a:t>
            </a:r>
            <a:r>
              <a:rPr dirty="0" err="1">
                <a:latin typeface="맑은 고딕"/>
                <a:ea typeface="맑은 고딕"/>
              </a:rPr>
              <a:t>시간표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등록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localStorage</a:t>
            </a:r>
            <a:r>
              <a:rPr dirty="0">
                <a:latin typeface="맑은 고딕"/>
                <a:ea typeface="맑은 고딕"/>
              </a:rPr>
              <a:t>: </a:t>
            </a:r>
            <a:r>
              <a:rPr dirty="0" err="1">
                <a:latin typeface="맑은 고딕"/>
                <a:ea typeface="맑은 고딕"/>
              </a:rPr>
              <a:t>확정한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입력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저장·복원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041648"/>
            <a:ext cx="5431536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49743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03  개발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18888"/>
            <a:ext cx="4974336" cy="10332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공식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요람·학칙·시간표를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규칙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데이터로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구성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화면과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계산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로직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분리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불확실한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정보는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확인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Codex </a:t>
            </a:r>
            <a:r>
              <a:rPr dirty="0" err="1">
                <a:latin typeface="맑은 고딕"/>
                <a:ea typeface="맑은 고딕"/>
              </a:rPr>
              <a:t>개발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보조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서비스</a:t>
            </a:r>
            <a:r>
              <a:rPr dirty="0">
                <a:latin typeface="맑은 고딕"/>
                <a:ea typeface="맑은 고딕"/>
              </a:rPr>
              <a:t> 내 </a:t>
            </a:r>
            <a:r>
              <a:rPr dirty="0" err="1">
                <a:latin typeface="맑은 고딕"/>
                <a:ea typeface="맑은 고딕"/>
              </a:rPr>
              <a:t>생성형</a:t>
            </a:r>
            <a:r>
              <a:rPr dirty="0">
                <a:latin typeface="맑은 고딕"/>
                <a:ea typeface="맑은 고딕"/>
              </a:rPr>
              <a:t> AI </a:t>
            </a:r>
            <a:r>
              <a:rPr dirty="0" err="1">
                <a:latin typeface="맑은 고딕"/>
                <a:ea typeface="맑은 고딕"/>
              </a:rPr>
              <a:t>호출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없음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D34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209 </a:t>
            </a:r>
            <a:r>
              <a:rPr dirty="0" err="1">
                <a:latin typeface="맑은 고딕"/>
                <a:ea typeface="맑은 고딕"/>
              </a:rPr>
              <a:t>단위·통합</a:t>
            </a:r>
            <a:r>
              <a:rPr dirty="0">
                <a:latin typeface="맑은 고딕"/>
                <a:ea typeface="맑은 고딕"/>
              </a:rPr>
              <a:t> / 14 </a:t>
            </a:r>
            <a:r>
              <a:rPr dirty="0" err="1">
                <a:latin typeface="맑은 고딕"/>
                <a:ea typeface="맑은 고딕"/>
              </a:rPr>
              <a:t>브라우저</a:t>
            </a:r>
            <a:r>
              <a:rPr dirty="0">
                <a:latin typeface="맑은 고딕"/>
                <a:ea typeface="맑은 고딕"/>
              </a:rPr>
              <a:t> / 8 </a:t>
            </a:r>
            <a:r>
              <a:rPr dirty="0" err="1">
                <a:latin typeface="맑은 고딕"/>
                <a:ea typeface="맑은 고딕"/>
              </a:rPr>
              <a:t>등록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테스트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8776" y="4041648"/>
            <a:ext cx="5431536" cy="1920240"/>
          </a:xfrm>
          <a:prstGeom prst="roundRect">
            <a:avLst>
              <a:gd name="adj" fmla="val 12000"/>
            </a:avLst>
          </a:prstGeom>
          <a:solidFill>
            <a:srgbClr val="173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4242816"/>
            <a:ext cx="4974336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04  시스템 동작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818888"/>
            <a:ext cx="4974336" cy="10332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PDF 추출 → 학기·학수번호로 시간표 매칭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→ 졸업 요건 대조 → 목표 평점 역산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계획·학점포기 변경 시 즉시 재계산</a:t>
            </a:r>
          </a:p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서버 없이 로컬 실행 · 원본 PDF 전송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8D999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</a:t>
            </a:r>
            <a:r>
              <a:rPr lang="en-US" altLang="ko-KR" dirty="0">
                <a:latin typeface="맑은 고딕"/>
                <a:ea typeface="맑은 고딕"/>
              </a:rPr>
              <a:t>6</a:t>
            </a:r>
            <a:r>
              <a:rPr dirty="0">
                <a:latin typeface="맑은 고딕"/>
                <a:ea typeface="맑은 고딕"/>
              </a:rPr>
              <a:t>  IMPACT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6963445" cy="439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맑은 고딕"/>
                <a:ea typeface="맑은 고딕"/>
              </a:rPr>
              <a:t>모든 학우들이 한 번 이상 사용할 서비스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496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8D999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8D999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r>
              <a:rPr dirty="0">
                <a:latin typeface="맑은 고딕"/>
                <a:ea typeface="맑은 고딕"/>
              </a:rPr>
              <a:t> / 0</a:t>
            </a:r>
            <a:r>
              <a:rPr lang="en-US" altLang="ko-KR" dirty="0">
                <a:latin typeface="맑은 고딕"/>
                <a:ea typeface="맑은 고딕"/>
              </a:rPr>
              <a:t>7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8442" y="2084831"/>
            <a:ext cx="11390939" cy="474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 lang="ko-KR" altLang="en-US" dirty="0">
                <a:latin typeface="맑은 고딕"/>
                <a:ea typeface="맑은 고딕"/>
              </a:rPr>
              <a:t>모든 컴퓨터공학과 학우들에게 유의미한 편리성을 제공합니다</a:t>
            </a:r>
            <a:r>
              <a:rPr lang="en-US" altLang="ko-KR" dirty="0">
                <a:latin typeface="맑은 고딕"/>
                <a:ea typeface="맑은 고딕"/>
              </a:rPr>
              <a:t>.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3409835"/>
            <a:ext cx="5285232" cy="1563624"/>
          </a:xfrm>
          <a:prstGeom prst="roundRect">
            <a:avLst>
              <a:gd name="adj" fmla="val 12000"/>
            </a:avLst>
          </a:prstGeom>
          <a:solidFill>
            <a:srgbClr val="24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647579"/>
            <a:ext cx="484632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지금 제공하는 가치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5363"/>
            <a:ext cx="4053995" cy="420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6"/>
              </a:lnSpc>
              <a:defRPr sz="1400" b="0">
                <a:solidFill>
                  <a:srgbClr val="DDEBDD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일괄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입력</a:t>
            </a:r>
            <a:r>
              <a:rPr dirty="0">
                <a:latin typeface="맑은 고딕"/>
                <a:ea typeface="맑은 고딕"/>
              </a:rPr>
              <a:t> · </a:t>
            </a:r>
            <a:r>
              <a:rPr dirty="0" err="1">
                <a:latin typeface="맑은 고딕"/>
                <a:ea typeface="맑은 고딕"/>
              </a:rPr>
              <a:t>남은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요건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정리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lang="en-US" altLang="ko-KR" dirty="0">
                <a:latin typeface="맑은 고딕"/>
                <a:ea typeface="맑은 고딕"/>
              </a:rPr>
              <a:t>· </a:t>
            </a:r>
            <a:r>
              <a:rPr lang="ko-KR" altLang="en-US" dirty="0">
                <a:latin typeface="맑은 고딕"/>
                <a:ea typeface="맑은 고딕"/>
              </a:rPr>
              <a:t>복잡한 계산의 자동화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DEBDD"/>
                </a:solidFill>
                <a:latin typeface="맑은 고딕"/>
              </a:defRPr>
            </a:pPr>
            <a:r>
              <a:rPr dirty="0">
                <a:latin typeface="맑은 고딕"/>
                <a:ea typeface="맑은 고딕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09835"/>
            <a:ext cx="5394960" cy="1563624"/>
          </a:xfrm>
          <a:prstGeom prst="roundRect">
            <a:avLst>
              <a:gd name="adj" fmla="val 12000"/>
            </a:avLst>
          </a:prstGeom>
          <a:solidFill>
            <a:srgbClr val="24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3647579"/>
            <a:ext cx="493776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다음 확장 방향  (미구현)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4205363"/>
            <a:ext cx="3978653" cy="420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DEBDD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스캔</a:t>
            </a:r>
            <a:r>
              <a:rPr dirty="0">
                <a:latin typeface="맑은 고딕"/>
                <a:ea typeface="맑은 고딕"/>
              </a:rPr>
              <a:t> PDF OCR · </a:t>
            </a:r>
            <a:r>
              <a:rPr dirty="0" err="1">
                <a:latin typeface="맑은 고딕"/>
                <a:ea typeface="맑은 고딕"/>
              </a:rPr>
              <a:t>실제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개설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과목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기반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lang="ko-KR" altLang="en-US" dirty="0">
                <a:latin typeface="맑은 고딕"/>
                <a:ea typeface="맑은 고딕"/>
              </a:rPr>
              <a:t>시간표 추가</a:t>
            </a:r>
            <a:endParaRPr dirty="0">
              <a:latin typeface="맑은 고딕"/>
              <a:ea typeface="맑은 고딕"/>
            </a:endParaRPr>
          </a:p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DEBDD"/>
                </a:solidFill>
                <a:latin typeface="맑은 고딕"/>
              </a:defRPr>
            </a:pPr>
            <a:r>
              <a:rPr lang="ko-KR" altLang="en-US" dirty="0">
                <a:latin typeface="맑은 고딕"/>
                <a:ea typeface="맑은 고딕"/>
              </a:rPr>
              <a:t>모든 </a:t>
            </a:r>
            <a:r>
              <a:rPr dirty="0" err="1">
                <a:latin typeface="맑은 고딕"/>
                <a:ea typeface="맑은 고딕"/>
              </a:rPr>
              <a:t>학과로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지원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범위</a:t>
            </a:r>
            <a:r>
              <a:rPr dirty="0">
                <a:latin typeface="맑은 고딕"/>
                <a:ea typeface="맑은 고딕"/>
              </a:rPr>
              <a:t> </a:t>
            </a:r>
            <a:r>
              <a:rPr dirty="0" err="1">
                <a:latin typeface="맑은 고딕"/>
                <a:ea typeface="맑은 고딕"/>
              </a:rPr>
              <a:t>확대</a:t>
            </a:r>
            <a:endParaRPr dirty="0"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" y="5430659"/>
            <a:ext cx="9509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8D999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학점에 관련된 이모저모, 학저모저모.  감사합니다.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BACKUP  A · PDF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27과목·취득 58학점·등록 4학기 자동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캡처: 현재 앱 / 가상성적표_2025학번.pdf / 실제 학생 개인정보 없음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A1 / A6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7" y="1975104"/>
            <a:ext cx="7248800" cy="4133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2350008"/>
            <a:ext cx="315468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과목별 입력 대신,</a:t>
            </a:r>
          </a:p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PDF 일괄 입력.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11296"/>
            <a:ext cx="3154680" cy="1481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추출 결과를 확인한 뒤 반영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같은 학기 시간표로 영역 매칭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동참형학기제 자동 분류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불확실한 과목은 확인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541264"/>
            <a:ext cx="3154680" cy="466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원본 PDF 서버 전송 없음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9939528" y="356616"/>
            <a:ext cx="1645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← 발표 마지막 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BACKUP  B ·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74학점과 평균 3.737 — 다음 목표를 바로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A2 / A6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46" y="1682496"/>
            <a:ext cx="10476114" cy="4544568"/>
          </a:xfrm>
          <a:prstGeom prst="rect">
            <a:avLst/>
          </a:prstGeom>
        </p:spPr>
      </p:pic>
      <p:sp>
        <p:nvSpPr>
          <p:cNvPr id="8" name="TextBox 7">
            <a:hlinkClick r:id="rId4" action="ppaction://hlinksldjump"/>
          </p:cNvPr>
          <p:cNvSpPr txBox="1"/>
          <p:nvPr/>
        </p:nvSpPr>
        <p:spPr>
          <a:xfrm>
            <a:off x="9939528" y="356616"/>
            <a:ext cx="1645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← 발표 마지막 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BACKUP  C · SEMESTER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남은 정규학기당 18학점으로, 수정 가능한 초안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A3 / A6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01368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18학점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3784" y="1801368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35224" y="190195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2027-1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1945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18학점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1801368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4648" y="190195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2027-2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1945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18학점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1801368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4071" y="190195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2028-1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1" y="21945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18학점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2056" y="1801368"/>
            <a:ext cx="2011680" cy="786384"/>
          </a:xfrm>
          <a:prstGeom prst="roundRect">
            <a:avLst>
              <a:gd name="adj" fmla="val 12000"/>
            </a:avLst>
          </a:prstGeom>
          <a:solidFill>
            <a:srgbClr val="E6E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83496" y="1901952"/>
            <a:ext cx="1828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2028-2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2194560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2학점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49" y="2807208"/>
            <a:ext cx="8023053" cy="30998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5971032"/>
            <a:ext cx="109728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실제 개설·시간표 충돌까지 자동 해결하는 수강신청 시스템은 아닙니다.</a:t>
            </a:r>
          </a:p>
        </p:txBody>
      </p:sp>
      <p:sp>
        <p:nvSpPr>
          <p:cNvPr id="24" name="TextBox 23">
            <a:hlinkClick r:id="rId4" action="ppaction://hlinksldjump"/>
          </p:cNvPr>
          <p:cNvSpPr txBox="1"/>
          <p:nvPr/>
        </p:nvSpPr>
        <p:spPr>
          <a:xfrm>
            <a:off x="9939528" y="356616"/>
            <a:ext cx="1645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← 발표 마지막 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BACKUP  D · WITHDRAWAL &amp;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099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13D34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삭제 선택의 이득과 이수 부담을 함께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9944"/>
            <a:ext cx="11091672" cy="11887"/>
          </a:xfrm>
          <a:prstGeom prst="rect">
            <a:avLst/>
          </a:prstGeom>
          <a:solidFill>
            <a:srgbClr val="D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1774525" cy="1309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5766C"/>
                </a:solidFill>
                <a:latin typeface="맑은 고딕"/>
              </a:defRPr>
            </a:pPr>
            <a:r>
              <a:rPr dirty="0" err="1">
                <a:latin typeface="맑은 고딕"/>
                <a:ea typeface="맑은 고딕"/>
              </a:rPr>
              <a:t>학저모저모</a:t>
            </a:r>
            <a:r>
              <a:rPr dirty="0">
                <a:latin typeface="맑은 고딕"/>
                <a:ea typeface="맑은 고딕"/>
              </a:rPr>
              <a:t>  |  2026 L/</a:t>
            </a:r>
            <a:r>
              <a:rPr dirty="0" err="1">
                <a:latin typeface="맑은 고딕"/>
                <a:ea typeface="맑은 고딕"/>
              </a:rPr>
              <a:t>NKerthon</a:t>
            </a:r>
            <a:r>
              <a:rPr dirty="0">
                <a:latin typeface="맑은 고딕"/>
                <a:ea typeface="맑은 고딕"/>
              </a:rPr>
              <a:t>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60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A4 / A6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89" y="1883664"/>
            <a:ext cx="4410837" cy="20756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15783" y="2240280"/>
            <a:ext cx="3986784" cy="1316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F 3학점 포기 선택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현재 평점  3.18 → 3.36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남은 학점  74 → 74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000" y="4105656"/>
            <a:ext cx="4409814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5783" y="4398264"/>
            <a:ext cx="3986784" cy="1344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최저·최고 예상은 이론적 범위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학점포기와 목표 변경 시 재계산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5766C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학교의 최종 졸업 판정은 아님</a:t>
            </a: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9939528" y="356616"/>
            <a:ext cx="16459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6956"/>
                </a:solidFill>
                <a:latin typeface="맑은 고딕"/>
              </a:defRPr>
            </a:pPr>
            <a:r>
              <a:rPr>
                <a:latin typeface="맑은 고딕"/>
                <a:ea typeface="맑은 고딕"/>
              </a:rPr>
              <a:t>← 발표 마지막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907</Words>
  <Application>Microsoft Office PowerPoint</Application>
  <PresentationFormat>와이드스크린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학저모저모 | 2026 L/NKerthon</dc:title>
  <dc:subject>우리가 바꾸는 캠퍼스의 하루</dc:subject>
  <dc:creator>안준혁그는감히전설이라할수있다</dc:creator>
  <cp:keywords>졸업 설계, 성적표 PDF, 목표 평점, L/NKerthon</cp:keywords>
  <dc:description>generated using python-pptx</dc:description>
  <cp:lastModifiedBy>안준혁</cp:lastModifiedBy>
  <cp:revision>36</cp:revision>
  <dcterms:created xsi:type="dcterms:W3CDTF">2013-01-27T09:14:16Z</dcterms:created>
  <dcterms:modified xsi:type="dcterms:W3CDTF">2026-10-02T00:39:36Z</dcterms:modified>
  <cp:category/>
</cp:coreProperties>
</file>